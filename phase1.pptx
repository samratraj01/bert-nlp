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511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Set the frame: Assignment 1 of a semester-long research project, and the whole thing hinges on one rule — corrupt characters before tokenization.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one sentence the whole assignment reduces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important diagram in the deck. Point at the noisy branch and stress: same tokenizer, same checkpoint, same examples as the clean branch — the only difference is the corruption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src/noise/ implements all three required operations plus the optional transposition, each logged as (op, index, source_char, replacement_char).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value in the got column matched the expected column exactly. Normalized MED = MED / max(1, clean length).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Fixed checkpoint, pinned revision, no vocabulary retraining — identical settings on both branches.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across all 20 pairs: insertion and substitution reliably produce heavily-fragmented, UNK-free tokenizations rather than UNKs. Observation only, no causal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here. Phase 1 is a foundation, not a result — the headline claim is reproducibility, not a performance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CS620 RESEARCH PROJECT   ·   FALL 2026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778240" y="502920"/>
            <a:ext cx="82296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778240" y="502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692640" y="502920"/>
            <a:ext cx="91440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692640" y="5029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698480" y="502920"/>
            <a:ext cx="9144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708990" y="5239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031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Foundations: Corpus, Noise &amp; WordPiece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661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of the semester study — </a:t>
            </a:r>
            <a:r>
              <a:rPr lang="en-US" sz="19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NLP Under Character Noise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Samrat — Corpus &amp; Noise    ·    Prazol — Tokenizer &amp; Baseline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1055" y="5989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Swapnil Chhabra  ·  Assignment 1 — Foundations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assignment, in one question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4415" cy="18288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173736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 the team generate deterministic character-noise variants, measure their edit distance correctly, and show how the fixed BERT WordPiece tokenizer changes on matched clean/noisy text?”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92608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Assignment 1 brief, CS620 Research Project (Chhabra)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2567864" cy="17373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3931920"/>
            <a:ext cx="2202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noise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480560"/>
            <a:ext cx="220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Seeded, replayable insertion / deletion / substitution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90824" y="3749040"/>
            <a:ext cx="2567864" cy="17373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573704" y="3931920"/>
            <a:ext cx="2202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edit distance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73704" y="4480560"/>
            <a:ext cx="220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Unit-cost Levenshtein, proven on known answers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33008" y="3749040"/>
            <a:ext cx="2567864" cy="17373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15888" y="3931920"/>
            <a:ext cx="2202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WordPiece tokenizer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15888" y="4480560"/>
            <a:ext cx="220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Inspected, not retrained — BPE clearly distinguished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75191" y="3749040"/>
            <a:ext cx="2567864" cy="173736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258071" y="3931920"/>
            <a:ext cx="2202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paired records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258071" y="4480560"/>
            <a:ext cx="220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clean/noisy evidence, reproducible end to end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035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training. No performance claims — a foundation for later phases.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357055" y="6419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rule underneath everything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 characters in raw UTF-8 text before WordPiece tokenization — never after. Both branches share the same tokenizer, checkpoint, and examples.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BRANCH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7556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Text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441448" y="23317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52928" y="2331720"/>
            <a:ext cx="11475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852928" y="2331720"/>
            <a:ext cx="11475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137660" y="23317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49140" y="2331720"/>
            <a:ext cx="140817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549140" y="233172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encoder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094476" y="23317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05956" y="2331720"/>
            <a:ext cx="1755648" cy="5486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505956" y="233172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metrics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BRANCH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16687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48640" y="3429000"/>
            <a:ext cx="16687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Text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354580" y="34290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66060" y="3429000"/>
            <a:ext cx="2103120" cy="5486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2766060" y="3429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corruption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06340" y="34290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17820" y="3429000"/>
            <a:ext cx="1755648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417820" y="342900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310628" y="34290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22108" y="3429000"/>
            <a:ext cx="11475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722108" y="3429000"/>
            <a:ext cx="11475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encoder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006840" y="34290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418320" y="3429000"/>
            <a:ext cx="1408176" cy="5486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9418320" y="342900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?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297680"/>
            <a:ext cx="11094415" cy="82296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914400" y="429768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check: </a:t>
            </a:r>
            <a:r>
              <a:rPr lang="en-US" sz="14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intervention happens after WordPiece, it's token-level noise — a valid follow-up experiment, but out of scope here.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· Section 3, Integration Contract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357055" y="6419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students, one integration contract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46634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Samrat — Student 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&amp; Noise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2966618" cy="135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character categories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insertion / deletion / substitution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seed, log every edit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data card + noise tests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8218" y="1463040"/>
            <a:ext cx="3515258" cy="46634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12538" y="173736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61253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12538" y="237744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Prazol — Student B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274320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&amp; Baseline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12538" y="3200400"/>
            <a:ext cx="2966618" cy="149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paired WordPiece tokenizer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config, casing, special tokens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fertility / [UNK] / continuation diagnostics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data card + BPE-vs-WordPiece note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7797" y="1463040"/>
            <a:ext cx="3515258" cy="466344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402117" y="17373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402117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02117" y="237744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02117" y="274320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verification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02117" y="3196985"/>
            <a:ext cx="2966618" cy="128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Edit Distance + known-answer tests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IDs, schema, the 20 paired examples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checklist, signed together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data card, contribution record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· Section 4, Individual Responsibilities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357055" y="6419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Data: a bounded, checksummed slice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590075"/>
              </p:ext>
            </p:extLst>
          </p:nvPr>
        </p:nvGraphicFramePr>
        <p:xfrm>
          <a:off x="548640" y="1371600"/>
          <a:ext cx="11094415" cy="1828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5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Source: WikiText-2 (wikitext-2-raw-v1), CC BY-SA 3.0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36,718 · validation 3,760 · test 4,358 — only train used for development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 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500 non-empty, non-heading train lines, 40–600 characters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ea400026… 7e937 (derived/slice.sha256)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657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CHARACTER-CATEGORY AUDIT — 500 EXAMPLES, 167,391 CHARACTERS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4023360"/>
            <a:ext cx="8087829" cy="5029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8636469" y="4023360"/>
            <a:ext cx="2041372" cy="5029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0677841" y="4023360"/>
            <a:ext cx="399399" cy="5029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1077240" y="4023360"/>
            <a:ext cx="355021" cy="5029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1432261" y="4023360"/>
            <a:ext cx="210794" cy="50292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8640" y="4754880"/>
            <a:ext cx="182880" cy="1828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77240" y="4681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72.9%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14600" y="4754880"/>
            <a:ext cx="182880" cy="1828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2743200" y="4681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18.4%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80560" y="4754880"/>
            <a:ext cx="182880" cy="18288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4709160" y="4681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Uppercase 3.6%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46520" y="4754880"/>
            <a:ext cx="182880" cy="18288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675120" y="4681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 3.2%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412480" y="4754880"/>
            <a:ext cx="182880" cy="18288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8641080" y="4681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1.9%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raw/ is never edited after acquisition. Everything downstream reads from the checksummed derived slice.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· Section 3, Data Protocol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357055" y="6419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operations, one seeded RNG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2514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8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record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noise → no1se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character, replacement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noise → nose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deleted index and character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noise → noiise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inserted character and 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Transposition (optional)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noise → nosie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adjacent indices, reported separately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572000"/>
            <a:ext cx="5410048" cy="1463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77240" y="475488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120640"/>
            <a:ext cx="495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per-character Bernoulli probability of an edit. At intensity 0, output is byte-identical, the log is empty, and MED is 0.</a:t>
            </a:r>
            <a:endParaRPr lang="en-US" sz="1200" dirty="0"/>
          </a:p>
        </p:txBody>
      </p:sp>
      <p:sp>
        <p:nvSpPr>
          <p:cNvPr id="3" name="Shape 4"/>
          <p:cNvSpPr/>
          <p:nvPr/>
        </p:nvSpPr>
        <p:spPr>
          <a:xfrm>
            <a:off x="6233008" y="4572000"/>
            <a:ext cx="5410048" cy="14630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461608" y="475488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&amp; replay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61608" y="5120640"/>
            <a:ext cx="495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Per-example seed derived from (global_seed, example_id). Replaying the logged edits against the clean text reproduces the noisy text exactly.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· Section 4, Corruption Manifest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9357055" y="6419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Edit Distance — unit cost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414538"/>
              </p:ext>
            </p:extLst>
          </p:nvPr>
        </p:nvGraphicFramePr>
        <p:xfrm>
          <a:off x="548640" y="1992237"/>
          <a:ext cx="10255995" cy="3330726"/>
        </p:xfrm>
        <a:graphic>
          <a:graphicData uri="http://schemas.openxmlformats.org/drawingml/2006/table">
            <a:tbl>
              <a:tblPr/>
              <a:tblGrid>
                <a:gridCol w="2563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3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0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7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51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Diff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1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1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charset="0"/>
                          <a:cs typeface="Courier New" pitchFamily="34" charset="-120"/>
                        </a:rPr>
                        <a:t>“”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nlp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empty-string boundary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1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kitten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sitting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sub/insert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1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flaw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lawn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deletion/insertion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51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intention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execution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reference 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412480" y="2743200"/>
            <a:ext cx="3230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evidence/test_outputs/med_known_answers.txt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9357055" y="6419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BPE and WordPiece are not the same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356616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69164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Byte-Pair Encoding (BPE)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86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RULE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most frequent adjacent pair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486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CONVENTION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Implementation-specific boundary markers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06240"/>
            <a:ext cx="486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THIS COURSE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4805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subword-induction example, in lecture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3008" y="1463040"/>
            <a:ext cx="5410048" cy="356616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507328" y="1691640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07328" y="2286000"/>
            <a:ext cx="486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RULE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07328" y="256032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Likelihood/association score, not raw frequency — roughly count(ab) / (count(a)·count(b))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07328" y="3246120"/>
            <a:ext cx="486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CONVENTION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507328" y="352044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 pieces marked with a leading ##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07328" y="4206240"/>
            <a:ext cx="486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THIS COURSE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4805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tokenizer for the BERT robustness experiment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Brief · Section 6, Make the Distinction Explicit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357055" y="6419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 REQUIREMENTS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[PAD], [UNK], [CLS], [SEP], [MASK]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corrupt special tokens or noise after IDs exist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pretrained tokenizer as-is — no retraining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vocab, config, normalization, and checksum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Brief · Section 7, WordPiece Requirements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9357055" y="6419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A0957-88BF-C9C1-D95D-4EF7F92DA6A7}"/>
              </a:ext>
            </a:extLst>
          </p:cNvPr>
          <p:cNvSpPr txBox="1"/>
          <p:nvPr/>
        </p:nvSpPr>
        <p:spPr>
          <a:xfrm>
            <a:off x="6897109" y="2555855"/>
            <a:ext cx="3602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[CLS] robust ##ness [SEP]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101   15850  2791   102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actually built: the clean baseline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26021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3379394" y="1600200"/>
            <a:ext cx="26021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70.3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210148" y="1600200"/>
            <a:ext cx="26021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1.134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9040901" y="1600200"/>
            <a:ext cx="26021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314082"/>
              </p:ext>
            </p:extLst>
          </p:nvPr>
        </p:nvGraphicFramePr>
        <p:xfrm>
          <a:off x="548640" y="2423160"/>
          <a:ext cx="11094415" cy="1005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792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Vocab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length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bert-base-uncased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transformers 5.16.1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30,522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PAD=0 UNK=100 CLS=101 SEP=102 MASK=103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derived/clean_baseline.json · docs/tokenizer_card.md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357055" y="6419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paired records — one example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0 is the intensity-0 control; the remaining 19 cycle through insertion / deletion / substitution at three severities (0.05 / 0.10 / 0.15), so the set is not monotone.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4415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wt2-train-000031 · substitution @ intensity 0.15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539935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70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3291840" cy="10058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005840" y="2624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98 TOKENS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robust ##ness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5146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892040" y="2514600"/>
            <a:ext cx="3291840" cy="100584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74920" y="2624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· 186 TOKENS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robust ##ness ##x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458200" y="2514600"/>
            <a:ext cx="2194560" cy="10058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45820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+99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31363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 pieces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7033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substitution fragmented the word into extra WordPiece continuation pieces — no [UNK] appeared.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5410048" cy="914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77240" y="4572000"/>
            <a:ext cx="495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hold: 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wt2-train-000004 (intensity 0.0) — MED 0, tokens unchanged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33008" y="4572000"/>
            <a:ext cx="5410048" cy="9144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61608" y="4572000"/>
            <a:ext cx="495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Sequence-change rate 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climbed with intensity — up to 1.75 on wt2-train-000068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evidence/pairs/pairs.md · .jsonl · .csv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357055" y="6419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61034" y="2606040"/>
            <a:ext cx="24699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Brief · Section 10, Semester Progression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357055" y="6419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1214</Words>
  <Application>Microsoft Macintosh PowerPoint</Application>
  <PresentationFormat>Widescreen</PresentationFormat>
  <Paragraphs>219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Sharma, Samrat</cp:lastModifiedBy>
  <cp:revision>6</cp:revision>
  <dcterms:created xsi:type="dcterms:W3CDTF">2026-09-17T16:59:32Z</dcterms:created>
  <dcterms:modified xsi:type="dcterms:W3CDTF">2026-09-17T17:16:13Z</dcterms:modified>
</cp:coreProperties>
</file>